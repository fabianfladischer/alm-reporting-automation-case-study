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E379BB-6DC1-9B47-9CF3-47DA75D4627F}" v="15" dt="2026-02-25T20:13:16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585"/>
  </p:normalViewPr>
  <p:slideViewPr>
    <p:cSldViewPr snapToGrid="0" snapToObjects="1">
      <p:cViewPr varScale="1">
        <p:scale>
          <a:sx n="92" d="100"/>
          <a:sy n="92" d="100"/>
        </p:scale>
        <p:origin x="105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Fladischer" userId="09702667ca2cbc5e" providerId="LiveId" clId="{6EC5E87D-D767-5A3A-AA75-7E6E793E4362}"/>
    <pc:docChg chg="undo custSel modSld">
      <pc:chgData name="Fabian Fladischer" userId="09702667ca2cbc5e" providerId="LiveId" clId="{6EC5E87D-D767-5A3A-AA75-7E6E793E4362}" dt="2026-02-25T20:56:55.637" v="165" actId="478"/>
      <pc:docMkLst>
        <pc:docMk/>
      </pc:docMkLst>
      <pc:sldChg chg="addSp delSp modSp mod">
        <pc:chgData name="Fabian Fladischer" userId="09702667ca2cbc5e" providerId="LiveId" clId="{6EC5E87D-D767-5A3A-AA75-7E6E793E4362}" dt="2026-02-25T19:59:57.940" v="63" actId="478"/>
        <pc:sldMkLst>
          <pc:docMk/>
          <pc:sldMk cId="0" sldId="256"/>
        </pc:sldMkLst>
        <pc:spChg chg="mod">
          <ac:chgData name="Fabian Fladischer" userId="09702667ca2cbc5e" providerId="LiveId" clId="{6EC5E87D-D767-5A3A-AA75-7E6E793E4362}" dt="2026-02-25T19:35:53.080" v="17" actId="20577"/>
          <ac:spMkLst>
            <pc:docMk/>
            <pc:sldMk cId="0" sldId="256"/>
            <ac:spMk id="9" creationId="{00000000-0000-0000-0000-000000000000}"/>
          </ac:spMkLst>
        </pc:spChg>
        <pc:spChg chg="del">
          <ac:chgData name="Fabian Fladischer" userId="09702667ca2cbc5e" providerId="LiveId" clId="{6EC5E87D-D767-5A3A-AA75-7E6E793E4362}" dt="2026-02-25T19:33:04.899" v="0" actId="478"/>
          <ac:spMkLst>
            <pc:docMk/>
            <pc:sldMk cId="0" sldId="256"/>
            <ac:spMk id="12" creationId="{00000000-0000-0000-0000-000000000000}"/>
          </ac:spMkLst>
        </pc:spChg>
        <pc:graphicFrameChg chg="add del mod">
          <ac:chgData name="Fabian Fladischer" userId="09702667ca2cbc5e" providerId="LiveId" clId="{6EC5E87D-D767-5A3A-AA75-7E6E793E4362}" dt="2026-02-25T19:35:58.648" v="18" actId="478"/>
          <ac:graphicFrameMkLst>
            <pc:docMk/>
            <pc:sldMk cId="0" sldId="256"/>
            <ac:graphicFrameMk id="13" creationId="{CA4893FE-D2A9-CD29-626E-60DE1F6380DC}"/>
          </ac:graphicFrameMkLst>
        </pc:graphicFrameChg>
        <pc:graphicFrameChg chg="add del mod">
          <ac:chgData name="Fabian Fladischer" userId="09702667ca2cbc5e" providerId="LiveId" clId="{6EC5E87D-D767-5A3A-AA75-7E6E793E4362}" dt="2026-02-25T19:52:06.652" v="54" actId="478"/>
          <ac:graphicFrameMkLst>
            <pc:docMk/>
            <pc:sldMk cId="0" sldId="256"/>
            <ac:graphicFrameMk id="14" creationId="{7B06801B-F71D-07A0-A5C2-4942556F9B7A}"/>
          </ac:graphicFrameMkLst>
        </pc:graphicFrameChg>
        <pc:graphicFrameChg chg="add del mod">
          <ac:chgData name="Fabian Fladischer" userId="09702667ca2cbc5e" providerId="LiveId" clId="{6EC5E87D-D767-5A3A-AA75-7E6E793E4362}" dt="2026-02-25T19:59:57.940" v="63" actId="478"/>
          <ac:graphicFrameMkLst>
            <pc:docMk/>
            <pc:sldMk cId="0" sldId="256"/>
            <ac:graphicFrameMk id="15" creationId="{FF4569E1-C45C-340C-95CF-DA3766AD8A22}"/>
          </ac:graphicFrameMkLst>
        </pc:graphicFrameChg>
        <pc:picChg chg="mod">
          <ac:chgData name="Fabian Fladischer" userId="09702667ca2cbc5e" providerId="LiveId" clId="{6EC5E87D-D767-5A3A-AA75-7E6E793E4362}" dt="2026-02-25T19:36:31.158" v="23" actId="107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Fabian Fladischer" userId="09702667ca2cbc5e" providerId="LiveId" clId="{6EC5E87D-D767-5A3A-AA75-7E6E793E4362}" dt="2026-02-25T19:34:39.481" v="7" actId="20577"/>
        <pc:sldMkLst>
          <pc:docMk/>
          <pc:sldMk cId="0" sldId="257"/>
        </pc:sldMkLst>
        <pc:spChg chg="mod">
          <ac:chgData name="Fabian Fladischer" userId="09702667ca2cbc5e" providerId="LiveId" clId="{6EC5E87D-D767-5A3A-AA75-7E6E793E4362}" dt="2026-02-25T19:33:16.003" v="1" actId="207"/>
          <ac:spMkLst>
            <pc:docMk/>
            <pc:sldMk cId="0" sldId="257"/>
            <ac:spMk id="4" creationId="{00000000-0000-0000-0000-000000000000}"/>
          </ac:spMkLst>
        </pc:spChg>
        <pc:spChg chg="mod">
          <ac:chgData name="Fabian Fladischer" userId="09702667ca2cbc5e" providerId="LiveId" clId="{6EC5E87D-D767-5A3A-AA75-7E6E793E4362}" dt="2026-02-25T19:34:39.481" v="7" actId="20577"/>
          <ac:spMkLst>
            <pc:docMk/>
            <pc:sldMk cId="0" sldId="257"/>
            <ac:spMk id="8" creationId="{00000000-0000-0000-0000-000000000000}"/>
          </ac:spMkLst>
        </pc:spChg>
      </pc:sldChg>
      <pc:sldChg chg="addSp delSp modSp mod">
        <pc:chgData name="Fabian Fladischer" userId="09702667ca2cbc5e" providerId="LiveId" clId="{6EC5E87D-D767-5A3A-AA75-7E6E793E4362}" dt="2026-02-25T20:56:55.637" v="165" actId="478"/>
        <pc:sldMkLst>
          <pc:docMk/>
          <pc:sldMk cId="0" sldId="258"/>
        </pc:sldMkLst>
        <pc:spChg chg="mod">
          <ac:chgData name="Fabian Fladischer" userId="09702667ca2cbc5e" providerId="LiveId" clId="{6EC5E87D-D767-5A3A-AA75-7E6E793E4362}" dt="2026-02-25T19:33:21.352" v="2" actId="207"/>
          <ac:spMkLst>
            <pc:docMk/>
            <pc:sldMk cId="0" sldId="258"/>
            <ac:spMk id="4" creationId="{00000000-0000-0000-0000-000000000000}"/>
          </ac:spMkLst>
        </pc:spChg>
        <pc:spChg chg="del">
          <ac:chgData name="Fabian Fladischer" userId="09702667ca2cbc5e" providerId="LiveId" clId="{6EC5E87D-D767-5A3A-AA75-7E6E793E4362}" dt="2026-02-25T19:44:47.324" v="24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Fabian Fladischer" userId="09702667ca2cbc5e" providerId="LiveId" clId="{6EC5E87D-D767-5A3A-AA75-7E6E793E4362}" dt="2026-02-25T19:58:38.191" v="60" actId="20577"/>
          <ac:spMkLst>
            <pc:docMk/>
            <pc:sldMk cId="0" sldId="258"/>
            <ac:spMk id="10" creationId="{00000000-0000-0000-0000-000000000000}"/>
          </ac:spMkLst>
        </pc:spChg>
        <pc:spChg chg="del">
          <ac:chgData name="Fabian Fladischer" userId="09702667ca2cbc5e" providerId="LiveId" clId="{6EC5E87D-D767-5A3A-AA75-7E6E793E4362}" dt="2026-02-25T20:50:10.149" v="154" actId="478"/>
          <ac:spMkLst>
            <pc:docMk/>
            <pc:sldMk cId="0" sldId="258"/>
            <ac:spMk id="13" creationId="{00000000-0000-0000-0000-000000000000}"/>
          </ac:spMkLst>
        </pc:spChg>
        <pc:spChg chg="mod">
          <ac:chgData name="Fabian Fladischer" userId="09702667ca2cbc5e" providerId="LiveId" clId="{6EC5E87D-D767-5A3A-AA75-7E6E793E4362}" dt="2026-02-25T19:58:41.129" v="62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Fabian Fladischer" userId="09702667ca2cbc5e" providerId="LiveId" clId="{6EC5E87D-D767-5A3A-AA75-7E6E793E4362}" dt="2026-02-25T20:49:06.703" v="142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Fabian Fladischer" userId="09702667ca2cbc5e" providerId="LiveId" clId="{6EC5E87D-D767-5A3A-AA75-7E6E793E4362}" dt="2026-02-25T19:47:00.167" v="32" actId="14100"/>
          <ac:spMkLst>
            <pc:docMk/>
            <pc:sldMk cId="0" sldId="258"/>
            <ac:spMk id="23" creationId="{00000000-0000-0000-0000-000000000000}"/>
          </ac:spMkLst>
        </pc:spChg>
        <pc:spChg chg="del">
          <ac:chgData name="Fabian Fladischer" userId="09702667ca2cbc5e" providerId="LiveId" clId="{6EC5E87D-D767-5A3A-AA75-7E6E793E4362}" dt="2026-02-25T19:45:58.253" v="25" actId="478"/>
          <ac:spMkLst>
            <pc:docMk/>
            <pc:sldMk cId="0" sldId="258"/>
            <ac:spMk id="25" creationId="{00000000-0000-0000-0000-000000000000}"/>
          </ac:spMkLst>
        </pc:spChg>
        <pc:spChg chg="mod">
          <ac:chgData name="Fabian Fladischer" userId="09702667ca2cbc5e" providerId="LiveId" clId="{6EC5E87D-D767-5A3A-AA75-7E6E793E4362}" dt="2026-02-25T19:47:03.330" v="33" actId="14100"/>
          <ac:spMkLst>
            <pc:docMk/>
            <pc:sldMk cId="0" sldId="258"/>
            <ac:spMk id="26" creationId="{00000000-0000-0000-0000-000000000000}"/>
          </ac:spMkLst>
        </pc:spChg>
        <pc:spChg chg="del">
          <ac:chgData name="Fabian Fladischer" userId="09702667ca2cbc5e" providerId="LiveId" clId="{6EC5E87D-D767-5A3A-AA75-7E6E793E4362}" dt="2026-02-25T19:46:54.483" v="30" actId="47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Fabian Fladischer" userId="09702667ca2cbc5e" providerId="LiveId" clId="{6EC5E87D-D767-5A3A-AA75-7E6E793E4362}" dt="2026-02-25T19:46:57.666" v="31" actId="478"/>
          <ac:spMkLst>
            <pc:docMk/>
            <pc:sldMk cId="0" sldId="258"/>
            <ac:spMk id="30" creationId="{00000000-0000-0000-0000-000000000000}"/>
          </ac:spMkLst>
        </pc:spChg>
        <pc:graphicFrameChg chg="add del mod">
          <ac:chgData name="Fabian Fladischer" userId="09702667ca2cbc5e" providerId="LiveId" clId="{6EC5E87D-D767-5A3A-AA75-7E6E793E4362}" dt="2026-02-25T20:56:55.637" v="165" actId="478"/>
          <ac:graphicFrameMkLst>
            <pc:docMk/>
            <pc:sldMk cId="0" sldId="258"/>
            <ac:graphicFrameMk id="9" creationId="{494F8826-4A79-1D3D-75AF-76881380EF11}"/>
          </ac:graphicFrameMkLst>
        </pc:graphicFrameChg>
        <pc:graphicFrameChg chg="add del mod">
          <ac:chgData name="Fabian Fladischer" userId="09702667ca2cbc5e" providerId="LiveId" clId="{6EC5E87D-D767-5A3A-AA75-7E6E793E4362}" dt="2026-02-25T20:48:40.652" v="137" actId="478"/>
          <ac:graphicFrameMkLst>
            <pc:docMk/>
            <pc:sldMk cId="0" sldId="258"/>
            <ac:graphicFrameMk id="9" creationId="{8C05B57A-9CB0-1D4C-6985-ECD717BAFD1A}"/>
          </ac:graphicFrameMkLst>
        </pc:graphicFrameChg>
        <pc:graphicFrameChg chg="add del mod">
          <ac:chgData name="Fabian Fladischer" userId="09702667ca2cbc5e" providerId="LiveId" clId="{6EC5E87D-D767-5A3A-AA75-7E6E793E4362}" dt="2026-02-25T20:56:41.078" v="163" actId="478"/>
          <ac:graphicFrameMkLst>
            <pc:docMk/>
            <pc:sldMk cId="0" sldId="258"/>
            <ac:graphicFrameMk id="25" creationId="{8C05B57A-9CB0-1D4C-6985-ECD717BAFD1A}"/>
          </ac:graphicFrameMkLst>
        </pc:graphicFrameChg>
        <pc:graphicFrameChg chg="add del mod modGraphic">
          <ac:chgData name="Fabian Fladischer" userId="09702667ca2cbc5e" providerId="LiveId" clId="{6EC5E87D-D767-5A3A-AA75-7E6E793E4362}" dt="2026-02-25T20:56:33.956" v="161" actId="478"/>
          <ac:graphicFrameMkLst>
            <pc:docMk/>
            <pc:sldMk cId="0" sldId="258"/>
            <ac:graphicFrameMk id="29" creationId="{998FE565-A3D6-867C-8B38-B80473311A48}"/>
          </ac:graphicFrameMkLst>
        </pc:graphicFrameChg>
        <pc:graphicFrameChg chg="add del mod">
          <ac:chgData name="Fabian Fladischer" userId="09702667ca2cbc5e" providerId="LiveId" clId="{6EC5E87D-D767-5A3A-AA75-7E6E793E4362}" dt="2026-02-25T20:12:59.110" v="93"/>
          <ac:graphicFrameMkLst>
            <pc:docMk/>
            <pc:sldMk cId="0" sldId="258"/>
            <ac:graphicFrameMk id="29" creationId="{A98143F3-E8F9-C6AE-2D1E-7BFF958C3643}"/>
          </ac:graphicFrameMkLst>
        </pc:graphicFrameChg>
        <pc:graphicFrameChg chg="add del mod">
          <ac:chgData name="Fabian Fladischer" userId="09702667ca2cbc5e" providerId="LiveId" clId="{6EC5E87D-D767-5A3A-AA75-7E6E793E4362}" dt="2026-02-25T20:50:12.180" v="156" actId="478"/>
          <ac:graphicFrameMkLst>
            <pc:docMk/>
            <pc:sldMk cId="0" sldId="258"/>
            <ac:graphicFrameMk id="30" creationId="{7F747654-0595-FF60-3DC4-6FA7A05E7AE9}"/>
          </ac:graphicFrameMkLst>
        </pc:graphicFrameChg>
        <pc:graphicFrameChg chg="add del mod">
          <ac:chgData name="Fabian Fladischer" userId="09702667ca2cbc5e" providerId="LiveId" clId="{6EC5E87D-D767-5A3A-AA75-7E6E793E4362}" dt="2026-02-25T20:22:56.178" v="96"/>
          <ac:graphicFrameMkLst>
            <pc:docMk/>
            <pc:sldMk cId="0" sldId="258"/>
            <ac:graphicFrameMk id="30" creationId="{F0DAFEAF-BF17-B077-DC65-94585E7869D1}"/>
          </ac:graphicFrameMkLst>
        </pc:graphicFrameChg>
        <pc:graphicFrameChg chg="add del mod">
          <ac:chgData name="Fabian Fladischer" userId="09702667ca2cbc5e" providerId="LiveId" clId="{6EC5E87D-D767-5A3A-AA75-7E6E793E4362}" dt="2026-02-25T19:49:17.779" v="34" actId="478"/>
          <ac:graphicFrameMkLst>
            <pc:docMk/>
            <pc:sldMk cId="0" sldId="258"/>
            <ac:graphicFrameMk id="34" creationId="{1A2FE5DD-C79A-15AE-776E-CD3E40CCF265}"/>
          </ac:graphicFrameMkLst>
        </pc:graphicFrameChg>
        <pc:graphicFrameChg chg="add del mod">
          <ac:chgData name="Fabian Fladischer" userId="09702667ca2cbc5e" providerId="LiveId" clId="{6EC5E87D-D767-5A3A-AA75-7E6E793E4362}" dt="2026-02-25T20:56:36.146" v="162" actId="478"/>
          <ac:graphicFrameMkLst>
            <pc:docMk/>
            <pc:sldMk cId="0" sldId="258"/>
            <ac:graphicFrameMk id="34" creationId="{47B55069-196B-C737-2CDA-CA9357F59E4F}"/>
          </ac:graphicFrameMkLst>
        </pc:graphicFrameChg>
        <pc:graphicFrameChg chg="add del mod">
          <ac:chgData name="Fabian Fladischer" userId="09702667ca2cbc5e" providerId="LiveId" clId="{6EC5E87D-D767-5A3A-AA75-7E6E793E4362}" dt="2026-02-25T20:28:53.825" v="124" actId="478"/>
          <ac:graphicFrameMkLst>
            <pc:docMk/>
            <pc:sldMk cId="0" sldId="258"/>
            <ac:graphicFrameMk id="34" creationId="{8C05B57A-9CB0-1D4C-6985-ECD717BAFD1A}"/>
          </ac:graphicFrameMkLst>
        </pc:graphicFrameChg>
        <pc:graphicFrameChg chg="add del mod">
          <ac:chgData name="Fabian Fladischer" userId="09702667ca2cbc5e" providerId="LiveId" clId="{6EC5E87D-D767-5A3A-AA75-7E6E793E4362}" dt="2026-02-25T20:26:37.337" v="113" actId="478"/>
          <ac:graphicFrameMkLst>
            <pc:docMk/>
            <pc:sldMk cId="0" sldId="258"/>
            <ac:graphicFrameMk id="35" creationId="{08125CE4-F276-24EE-9476-CD34BDCB9229}"/>
          </ac:graphicFrameMkLst>
        </pc:graphicFrameChg>
        <pc:graphicFrameChg chg="add del mod">
          <ac:chgData name="Fabian Fladischer" userId="09702667ca2cbc5e" providerId="LiveId" clId="{6EC5E87D-D767-5A3A-AA75-7E6E793E4362}" dt="2026-02-25T19:46:38.318" v="29" actId="478"/>
          <ac:graphicFrameMkLst>
            <pc:docMk/>
            <pc:sldMk cId="0" sldId="258"/>
            <ac:graphicFrameMk id="35" creationId="{FE6A3AFB-09CF-96E9-6A80-FC7B86C0DA0D}"/>
          </ac:graphicFrameMkLst>
        </pc:graphicFrameChg>
        <pc:graphicFrameChg chg="add del mod">
          <ac:chgData name="Fabian Fladischer" userId="09702667ca2cbc5e" providerId="LiveId" clId="{6EC5E87D-D767-5A3A-AA75-7E6E793E4362}" dt="2026-02-25T19:52:03.194" v="53" actId="478"/>
          <ac:graphicFrameMkLst>
            <pc:docMk/>
            <pc:sldMk cId="0" sldId="258"/>
            <ac:graphicFrameMk id="36" creationId="{8C05B57A-9CB0-1D4C-6985-ECD717BAFD1A}"/>
          </ac:graphicFrameMkLst>
        </pc:graphicFrameChg>
        <pc:graphicFrameChg chg="add del mod">
          <ac:chgData name="Fabian Fladischer" userId="09702667ca2cbc5e" providerId="LiveId" clId="{6EC5E87D-D767-5A3A-AA75-7E6E793E4362}" dt="2026-02-25T20:49:17.176" v="145" actId="478"/>
          <ac:graphicFrameMkLst>
            <pc:docMk/>
            <pc:sldMk cId="0" sldId="258"/>
            <ac:graphicFrameMk id="36" creationId="{B06AB9EA-07A8-25C9-3876-8C08341C5684}"/>
          </ac:graphicFrameMkLst>
        </pc:graphicFrameChg>
        <pc:graphicFrameChg chg="add del mod">
          <ac:chgData name="Fabian Fladischer" userId="09702667ca2cbc5e" providerId="LiveId" clId="{6EC5E87D-D767-5A3A-AA75-7E6E793E4362}" dt="2026-02-25T20:29:11.128" v="127" actId="478"/>
          <ac:graphicFrameMkLst>
            <pc:docMk/>
            <pc:sldMk cId="0" sldId="258"/>
            <ac:graphicFrameMk id="37" creationId="{8C05B57A-9CB0-1D4C-6985-ECD717BAFD1A}"/>
          </ac:graphicFrameMkLst>
        </pc:graphicFrameChg>
        <pc:graphicFrameChg chg="add del mod">
          <ac:chgData name="Fabian Fladischer" userId="09702667ca2cbc5e" providerId="LiveId" clId="{6EC5E87D-D767-5A3A-AA75-7E6E793E4362}" dt="2026-02-25T19:51:11.272" v="46" actId="478"/>
          <ac:graphicFrameMkLst>
            <pc:docMk/>
            <pc:sldMk cId="0" sldId="258"/>
            <ac:graphicFrameMk id="37" creationId="{CADF1943-99A7-F158-5D50-64E8DA9D6BC6}"/>
          </ac:graphicFrameMkLst>
        </pc:graphicFrameChg>
        <pc:graphicFrameChg chg="add del mod modGraphic">
          <ac:chgData name="Fabian Fladischer" userId="09702667ca2cbc5e" providerId="LiveId" clId="{6EC5E87D-D767-5A3A-AA75-7E6E793E4362}" dt="2026-02-25T19:51:59.664" v="52" actId="478"/>
          <ac:graphicFrameMkLst>
            <pc:docMk/>
            <pc:sldMk cId="0" sldId="258"/>
            <ac:graphicFrameMk id="38" creationId="{6EDAEA9E-2089-426B-CC94-C702C3A3F9FD}"/>
          </ac:graphicFrameMkLst>
        </pc:graphicFrameChg>
        <pc:graphicFrameChg chg="add del mod">
          <ac:chgData name="Fabian Fladischer" userId="09702667ca2cbc5e" providerId="LiveId" clId="{6EC5E87D-D767-5A3A-AA75-7E6E793E4362}" dt="2026-02-25T20:29:16.377" v="129" actId="478"/>
          <ac:graphicFrameMkLst>
            <pc:docMk/>
            <pc:sldMk cId="0" sldId="258"/>
            <ac:graphicFrameMk id="38" creationId="{E98D88B0-962F-934E-A90B-43D73A7274CF}"/>
          </ac:graphicFrameMkLst>
        </pc:graphicFrameChg>
        <pc:picChg chg="mod">
          <ac:chgData name="Fabian Fladischer" userId="09702667ca2cbc5e" providerId="LiveId" clId="{6EC5E87D-D767-5A3A-AA75-7E6E793E4362}" dt="2026-02-25T20:23:31.898" v="102" actId="1076"/>
          <ac:picMkLst>
            <pc:docMk/>
            <pc:sldMk cId="0" sldId="258"/>
            <ac:picMk id="2" creationId="{00000000-0000-0000-0000-000000000000}"/>
          </ac:picMkLst>
        </pc:picChg>
        <pc:picChg chg="add del mod">
          <ac:chgData name="Fabian Fladischer" userId="09702667ca2cbc5e" providerId="LiveId" clId="{6EC5E87D-D767-5A3A-AA75-7E6E793E4362}" dt="2026-02-25T20:48:11.341" v="134" actId="478"/>
          <ac:picMkLst>
            <pc:docMk/>
            <pc:sldMk cId="0" sldId="258"/>
            <ac:picMk id="39" creationId="{533AA7FB-E1D0-E8A1-C7F2-8ECEFFFADE18}"/>
          </ac:picMkLst>
        </pc:picChg>
      </pc:sldChg>
      <pc:sldChg chg="modSp mod">
        <pc:chgData name="Fabian Fladischer" userId="09702667ca2cbc5e" providerId="LiveId" clId="{6EC5E87D-D767-5A3A-AA75-7E6E793E4362}" dt="2026-02-25T19:33:24.826" v="3" actId="207"/>
        <pc:sldMkLst>
          <pc:docMk/>
          <pc:sldMk cId="0" sldId="259"/>
        </pc:sldMkLst>
        <pc:spChg chg="mod">
          <ac:chgData name="Fabian Fladischer" userId="09702667ca2cbc5e" providerId="LiveId" clId="{6EC5E87D-D767-5A3A-AA75-7E6E793E4362}" dt="2026-02-25T19:33:24.826" v="3" actId="20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Fabian Fladischer" userId="09702667ca2cbc5e" providerId="LiveId" clId="{6EC5E87D-D767-5A3A-AA75-7E6E793E4362}" dt="2026-02-25T19:33:28.036" v="4" actId="207"/>
        <pc:sldMkLst>
          <pc:docMk/>
          <pc:sldMk cId="0" sldId="260"/>
        </pc:sldMkLst>
        <pc:spChg chg="mod">
          <ac:chgData name="Fabian Fladischer" userId="09702667ca2cbc5e" providerId="LiveId" clId="{6EC5E87D-D767-5A3A-AA75-7E6E793E4362}" dt="2026-02-25T19:33:28.036" v="4" actId="20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Fabian Fladischer" userId="09702667ca2cbc5e" providerId="LiveId" clId="{6EC5E87D-D767-5A3A-AA75-7E6E793E4362}" dt="2026-02-25T19:33:34.703" v="5" actId="207"/>
        <pc:sldMkLst>
          <pc:docMk/>
          <pc:sldMk cId="0" sldId="261"/>
        </pc:sldMkLst>
        <pc:spChg chg="mod">
          <ac:chgData name="Fabian Fladischer" userId="09702667ca2cbc5e" providerId="LiveId" clId="{6EC5E87D-D767-5A3A-AA75-7E6E793E4362}" dt="2026-02-25T19:33:34.703" v="5" actId="207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Fabian Fladischer" userId="09702667ca2cbc5e" providerId="LiveId" clId="{6EC5E87D-D767-5A3A-AA75-7E6E793E4362}" dt="2026-02-25T19:33:41.973" v="6" actId="207"/>
        <pc:sldMkLst>
          <pc:docMk/>
          <pc:sldMk cId="0" sldId="262"/>
        </pc:sldMkLst>
        <pc:spChg chg="mod">
          <ac:chgData name="Fabian Fladischer" userId="09702667ca2cbc5e" providerId="LiveId" clId="{6EC5E87D-D767-5A3A-AA75-7E6E793E4362}" dt="2026-02-25T19:33:41.973" v="6" actId="207"/>
          <ac:spMkLst>
            <pc:docMk/>
            <pc:sldMk cId="0" sldId="262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95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bg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777240"/>
            <a:ext cx="10698480" cy="329184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4" name="Text 1"/>
          <p:cNvSpPr/>
          <p:nvPr/>
        </p:nvSpPr>
        <p:spPr>
          <a:xfrm>
            <a:off x="1097280" y="10972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NorthBridge Bank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097280" y="16916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(Fictional) — Daily ALM Dashboard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97280" y="2240280"/>
            <a:ext cx="3749040" cy="384048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7" name="Text 4"/>
          <p:cNvSpPr/>
          <p:nvPr/>
        </p:nvSpPr>
        <p:spPr>
          <a:xfrm>
            <a:off x="1234440" y="23134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Liquidity • IRRBB • Curve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288036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for: Portfolio / Interview demo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315468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date: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Text 8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NorthBridge Bank (Fictional) — ALM Reporting (Portfolio Case Study)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Text 1"/>
          <p:cNvSpPr/>
          <p:nvPr/>
        </p:nvSpPr>
        <p:spPr>
          <a:xfrm>
            <a:off x="640080" y="320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40080" y="804672"/>
            <a:ext cx="2240280" cy="32004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7BDAD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3"/>
          <p:cNvSpPr/>
          <p:nvPr/>
        </p:nvSpPr>
        <p:spPr>
          <a:xfrm>
            <a:off x="749808" y="841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1463040"/>
            <a:ext cx="10698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8" name="Text 5"/>
          <p:cNvSpPr/>
          <p:nvPr/>
        </p:nvSpPr>
        <p:spPr>
          <a:xfrm>
            <a:off x="1188720" y="1874520"/>
            <a:ext cx="9601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Executive summary (KPI snapshot)
2. Liquidity metrics — LCR / NSFR / SLR trends
3. Interest rate risk — DV01 by bucket + top trades
4. SOFR curve snapshot + maturity ladder
5. Appendix — methodology &amp; refresh workflow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0" name="Text 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NorthBridge Bank (Fictional) — ALM Reporting (Portfolio Case Study)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869680" y="6565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(Demo)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Text 1"/>
          <p:cNvSpPr/>
          <p:nvPr/>
        </p:nvSpPr>
        <p:spPr>
          <a:xfrm>
            <a:off x="640080" y="320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40080" y="804672"/>
            <a:ext cx="2240280" cy="32004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7BDAD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3"/>
          <p:cNvSpPr/>
          <p:nvPr/>
        </p:nvSpPr>
        <p:spPr>
          <a:xfrm>
            <a:off x="749808" y="841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snapshot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8" name="Text 5"/>
          <p:cNvSpPr/>
          <p:nvPr/>
        </p:nvSpPr>
        <p:spPr>
          <a:xfrm>
            <a:off x="960120" y="156362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LCR (latest)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21305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≥ 110%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11880" y="141732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12" name="Text 9"/>
          <p:cNvSpPr/>
          <p:nvPr/>
        </p:nvSpPr>
        <p:spPr>
          <a:xfrm>
            <a:off x="3840480" y="156362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NSFR (latest)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40480" y="21305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≥ 110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92240" y="141732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16" name="Text 13"/>
          <p:cNvSpPr/>
          <p:nvPr/>
        </p:nvSpPr>
        <p:spPr>
          <a:xfrm>
            <a:off x="6720840" y="156362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SLR (latest)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20840" y="1801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720840" y="21305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 watch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372600" y="141732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20" name="Text 17"/>
          <p:cNvSpPr/>
          <p:nvPr/>
        </p:nvSpPr>
        <p:spPr>
          <a:xfrm>
            <a:off x="9601200" y="156362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DV01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01200" y="1801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601200" y="21305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1bp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1520" y="2606040"/>
            <a:ext cx="6446520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24" name="Text 21"/>
          <p:cNvSpPr/>
          <p:nvPr/>
        </p:nvSpPr>
        <p:spPr>
          <a:xfrm>
            <a:off x="960120" y="2788920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Liquidity Trend (LCR &amp; NSFR) — linked chart placeholder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360920" y="2606039"/>
            <a:ext cx="4069080" cy="344728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27" name="Text 24"/>
          <p:cNvSpPr/>
          <p:nvPr/>
        </p:nvSpPr>
        <p:spPr>
          <a:xfrm>
            <a:off x="7589520" y="27889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Trades (DV01) — linked table/chart placeholder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589520" y="310896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Special → Paste Link (Excel Chart Object)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2" name="Text 29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NorthBridge Bank (Fictional) — ALM Reporting (Portfolio Case Study)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869680" y="6565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(Demo)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Text 1"/>
          <p:cNvSpPr/>
          <p:nvPr/>
        </p:nvSpPr>
        <p:spPr>
          <a:xfrm>
            <a:off x="640080" y="320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Liquidity Metrics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40080" y="804672"/>
            <a:ext cx="2240280" cy="32004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7BDAD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3"/>
          <p:cNvSpPr/>
          <p:nvPr/>
        </p:nvSpPr>
        <p:spPr>
          <a:xfrm>
            <a:off x="749808" y="841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LCR / NSFR / SLR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7132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8" name="Text 5"/>
          <p:cNvSpPr/>
          <p:nvPr/>
        </p:nvSpPr>
        <p:spPr>
          <a:xfrm>
            <a:off x="960120" y="16002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LCR &amp; NSFR — 60D trend (add threshold line at 1.00)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2024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Special → Paste Link (Excel Chart Object)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001000" y="1417320"/>
            <a:ext cx="3429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11" name="Text 8"/>
          <p:cNvSpPr/>
          <p:nvPr/>
        </p:nvSpPr>
        <p:spPr>
          <a:xfrm>
            <a:off x="8229600" y="16002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SLR — 60D trend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0" y="19202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Special → Paste Link (Excel Chart Object)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01000" y="3611880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14" name="Text 11"/>
          <p:cNvSpPr/>
          <p:nvPr/>
        </p:nvSpPr>
        <p:spPr>
          <a:xfrm>
            <a:off x="8229600" y="37947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Commentary (1–3 bullets)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4160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commentary structure: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0" y="44348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Drivers (HQA / outflows)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Breach checks vs targets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Actions / hedges / funding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8" name="Text 15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NorthBridge Bank (Fictional) — ALM Reporting (Portfolio Case Study)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869680" y="6565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(Demo)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Text 1"/>
          <p:cNvSpPr/>
          <p:nvPr/>
        </p:nvSpPr>
        <p:spPr>
          <a:xfrm>
            <a:off x="640080" y="320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Interest Rate Risk (IRRBB)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40080" y="804672"/>
            <a:ext cx="2240280" cy="32004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7BDAD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3"/>
          <p:cNvSpPr/>
          <p:nvPr/>
        </p:nvSpPr>
        <p:spPr>
          <a:xfrm>
            <a:off x="749808" y="841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DV01 / Buckets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7132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8" name="Text 5"/>
          <p:cNvSpPr/>
          <p:nvPr/>
        </p:nvSpPr>
        <p:spPr>
          <a:xfrm>
            <a:off x="960120" y="16002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DV01 by bucket — column chart (absolute + sign)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2024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Special → Paste Link (Excel Chart Object)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001000" y="1417320"/>
            <a:ext cx="3429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11" name="Text 8"/>
          <p:cNvSpPr/>
          <p:nvPr/>
        </p:nvSpPr>
        <p:spPr>
          <a:xfrm>
            <a:off x="8229600" y="16002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trades — table with conditional formatting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0" y="19202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Special → Paste Link (Excel Chart Object)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7BDAD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4" name="Text 11"/>
          <p:cNvSpPr/>
          <p:nvPr/>
        </p:nvSpPr>
        <p:spPr>
          <a:xfrm>
            <a:off x="914400" y="58338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idea: Concentration risk + hedge effectiveness (e.g., long-end receive DV01 dominates).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6" name="Text 13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NorthBridge Bank (Fictional) — ALM Reporting (Portfolio Case Study)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869680" y="6565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(Demo)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Text 1"/>
          <p:cNvSpPr/>
          <p:nvPr/>
        </p:nvSpPr>
        <p:spPr>
          <a:xfrm>
            <a:off x="640080" y="320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Curve &amp; Maturity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40080" y="804672"/>
            <a:ext cx="2240280" cy="32004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7BDAD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3"/>
          <p:cNvSpPr/>
          <p:nvPr/>
        </p:nvSpPr>
        <p:spPr>
          <a:xfrm>
            <a:off x="749808" y="841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SOFR OIS + Ladder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5806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8" name="Text 5"/>
          <p:cNvSpPr/>
          <p:nvPr/>
        </p:nvSpPr>
        <p:spPr>
          <a:xfrm>
            <a:off x="960120" y="16002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SOFR OIS curve — tenor vs rate (line chart)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20240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Special → Paste Link (Excel Chart Object)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20840" y="1417320"/>
            <a:ext cx="472744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11" name="Text 8"/>
          <p:cNvSpPr/>
          <p:nvPr/>
        </p:nvSpPr>
        <p:spPr>
          <a:xfrm>
            <a:off x="6949440" y="1600200"/>
            <a:ext cx="4270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Maturity ladder — stacked bars (PAY vs RECEIVE)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49440" y="1920240"/>
            <a:ext cx="4270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Special → Paste Link (Excel Chart Object)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557784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tips: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58064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labels minimal. Use 1–2 accent colors. Add a thin target/threshold line where relevant.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6" name="Text 13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NorthBridge Bank (Fictional) — ALM Reporting (Portfolio Case Study)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869680" y="6565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(Demo)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Text 1"/>
          <p:cNvSpPr/>
          <p:nvPr/>
        </p:nvSpPr>
        <p:spPr>
          <a:xfrm>
            <a:off x="640080" y="320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40080" y="804672"/>
            <a:ext cx="2240280" cy="32004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7BDAD0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3"/>
          <p:cNvSpPr/>
          <p:nvPr/>
        </p:nvSpPr>
        <p:spPr>
          <a:xfrm>
            <a:off x="749808" y="841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1325880"/>
            <a:ext cx="106984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8" name="Text 5"/>
          <p:cNvSpPr/>
          <p:nvPr/>
        </p:nvSpPr>
        <p:spPr>
          <a:xfrm>
            <a:off x="1097280" y="1691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&amp; calculation (demo):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97280" y="20574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Source: mock SQL exports (outputs/sql_exports/*.csv)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Engine: Python exporter + Excel model (tables + formulas)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Outputs: LCR/NSFR/SLR trends, DV01 buckets, curve snapshot, top trades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Refresh: run exporter → click Excel refresh button → PowerPoint links update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3520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Linking charts (PowerPoint):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38862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Build charts in Excel (Liquidity / Risk / Curve tabs)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Copy chart → PowerPoint: Paste Special → Paste Link (Excel Chart Object)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Keep Excel + PPT in the same folder (avoid moving files)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Update links before presenting (open Excel first)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 10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NorthBridge Bank (Fictional) — ALM Reporting (Portfolio Case Study)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869680" y="6565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(Demo)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598</Words>
  <Application>Microsoft Macintosh PowerPoint</Application>
  <PresentationFormat>Widescreen</PresentationFormat>
  <Paragraphs>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NorthBridge Bank (Fictional)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ALM High-Level Reporting Template</dc:title>
  <dc:subject>ALM / Liquidity / IRRBB Snapshot</dc:subject>
  <dc:creator>Fabian Fladischer (Portfolio Case Study)</dc:creator>
  <cp:keywords/>
  <dc:description/>
  <cp:lastModifiedBy>Fabian Fladischer</cp:lastModifiedBy>
  <cp:revision>1</cp:revision>
  <dcterms:created xsi:type="dcterms:W3CDTF">2026-02-24T21:57:01Z</dcterms:created>
  <dcterms:modified xsi:type="dcterms:W3CDTF">2026-02-25T20:57:03Z</dcterms:modified>
  <cp:category/>
</cp:coreProperties>
</file>